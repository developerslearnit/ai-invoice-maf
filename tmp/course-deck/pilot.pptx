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authors.xml" ContentType="application/vnd.ms-powerpoint.author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comments/modernComment.xml" ContentType="application/vnd.ms-powerpoint.comments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400d8faaa5f4852" /><Relationship Type="http://schemas.openxmlformats.org/officeDocument/2006/relationships/extended-properties" Target="/docProps/app.xml" Id="R41bfaf77ac3a46dc" /><Relationship Type="http://schemas.openxmlformats.org/officeDocument/2006/relationships/officeDocument" Target="/ppt/presentation.xml" Id="Rde315da13e6f498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6a4f2131b3548b9"/>
  </p:sldMasterIdLst>
  <p:notesMasterIdLst>
    <p:notesMasterId xmlns:r="http://schemas.openxmlformats.org/officeDocument/2006/relationships" r:id="R57e08305f87748d6"/>
  </p:notesMasterIdLst>
  <p:sldIdLst>
    <p:sldId xmlns:r="http://schemas.openxmlformats.org/officeDocument/2006/relationships" id="256" r:id="R3e5052d1e5254e6c"/>
  </p:sldIdLst>
  <p:sldSz cx="12192000" cy="6858000"/>
  <p:notesSz cx="6858000" cy="9144000"/>
</p:presentation>
</file>

<file path=ppt/authors.xml><?xml version="1.0" encoding="utf-8"?>
<p188:authorLst xmlns:p188="http://schemas.microsoft.com/office/powerpoint/2018/8/main">
  <p188:author id="{73F522F6-9342-4B48-B003-D7FA1625D73A}" name="Course Author" initials="CA"/>
</p188:authorLst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ad4b35efbfa4ad9" /><Relationship Type="http://schemas.openxmlformats.org/officeDocument/2006/relationships/slideMaster" Target="/ppt/slideMasters/slideMaster1.xml" Id="Rb6a4f2131b3548b9" /><Relationship Type="http://schemas.openxmlformats.org/officeDocument/2006/relationships/notesMaster" Target="/ppt/notesMasters/notesMaster1.xml" Id="R57e08305f87748d6" /><Relationship Type="http://schemas.openxmlformats.org/officeDocument/2006/relationships/presProps" Target="/ppt/presProps.xml" Id="Rfa0ab54d71034bb7" /><Relationship Type="http://schemas.openxmlformats.org/officeDocument/2006/relationships/tableStyles" Target="/ppt/tableStyles.xml" Id="Ra369843f741848bd" /><Relationship Type="http://schemas.microsoft.com/office/2018/10/relationships/authors" Target="/ppt/authors.xml" Id="R37e211258fac4868" /><Relationship Type="http://schemas.openxmlformats.org/officeDocument/2006/relationships/slide" Target="/ppt/slides/slide1.xml" Id="R3e5052d1e5254e6c" /></Relationships>
</file>

<file path=ppt/comments/modernComment.xml><?xml version="1.0" encoding="utf-8"?>
<p188:cmLst xmlns:p188="http://schemas.microsoft.com/office/powerpoint/2018/8/main">
  <p188:cm id="{E944FC80-0B9D-4166-BCDC-7BD4103C148F}" authorId="{73F522F6-9342-4B48-B003-D7FA1625D73A}" status="active" created="2026-10-17T06:20:46.216+01:00">
    <pc:sldMkLst xmlns:pc="http://schemas.microsoft.com/office/powerpoint/2013/main/command">
      <pc:docMk/>
      <pc:sldMk cId="1968776085" sldId="256"/>
    </pc:sldMkLst>
    <p188:pos x="6096000" y="3429000"/>
    <p188:txBody>
      <a:bodyPr xmlns:a="http://schemas.openxmlformats.org/drawingml/2006/main"/>
      <a:lstStyle xmlns:a="http://schemas.openxmlformats.org/drawingml/2006/main"/>
      <a:p xmlns:a="http://schemas.openxmlformats.org/drawingml/2006/main">
        <a:r>
          <a:t>Instructor: Ask where authorization should run.</a:t>
        </a:r>
      </a:p>
    </p188:txBody>
  </p188:cm>
</p188:cmLst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5ce17bd5c2248c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036c3b4c2e548fc" /><Relationship Type="http://schemas.openxmlformats.org/officeDocument/2006/relationships/notesMaster" Target="/ppt/notesMasters/notesMaster1.xml" Id="Rb522134e464b47e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AUTHOR COMMENTARY</a:t>
            </a:r>
          </a:p>
          <a:p xmlns:a="http://schemas.openxmlformats.org/drawingml/2006/main">
            <a:r>
              <a:t>Discuss a write operation and the business boundary.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cc19baa6d3436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65199b60ce461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0270b0a6f9463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3a30c670c64b0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c68797af4f41f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f6d39a511f485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1CFE722-CCD9-4A20-92EC-93453D02F02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55247A7-ECB1-400D-BDD5-D64CE9B8B48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7DAEF30-0A2E-42E6-90BA-8352CED1285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FD2E66A-066B-4805-A665-3CA329BF101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5662CAF-20A0-450D-B1F5-13BD8C26C6E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C4CFBD4-269B-40D9-971E-157DC461F0B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C3EB199-9FDA-4094-BF50-880D9B787B3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73A42E2-3A8A-4FE2-BCCC-FB67118CF41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E500AD1-D819-4424-B735-126A171FE8A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FA36D07-DB1C-490C-806E-297088B2133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78ea0c5736645f9" /><Relationship Type="http://schemas.openxmlformats.org/officeDocument/2006/relationships/slideLayout" Target="/ppt/slideLayouts/slideLayout1.xml" Id="R50ad5b7136684eb7" /><Relationship Type="http://schemas.openxmlformats.org/officeDocument/2006/relationships/slideLayout" Target="/ppt/slideLayouts/slideLayout2.xml" Id="Rfa0b7cfc12a542ff" /><Relationship Type="http://schemas.openxmlformats.org/officeDocument/2006/relationships/slideLayout" Target="/ppt/slideLayouts/slideLayout3.xml" Id="R388b2a8b59a34596" /><Relationship Type="http://schemas.openxmlformats.org/officeDocument/2006/relationships/slideLayout" Target="/ppt/slideLayouts/slideLayout4.xml" Id="Re29f7bd4f1c54751" /><Relationship Type="http://schemas.openxmlformats.org/officeDocument/2006/relationships/slideLayout" Target="/ppt/slideLayouts/slideLayout5.xml" Id="R77cc02cebcec4ad1" /><Relationship Type="http://schemas.openxmlformats.org/officeDocument/2006/relationships/slideLayout" Target="/ppt/slideLayouts/slideLayout6.xml" Id="Rec330d56e6ed48b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0ad5b7136684eb7"/>
    <p:sldLayoutId xmlns:r="http://schemas.openxmlformats.org/officeDocument/2006/relationships" id="2147483650" r:id="Rfa0b7cfc12a542ff"/>
    <p:sldLayoutId xmlns:r="http://schemas.openxmlformats.org/officeDocument/2006/relationships" id="2147483651" r:id="R388b2a8b59a34596"/>
    <p:sldLayoutId xmlns:r="http://schemas.openxmlformats.org/officeDocument/2006/relationships" id="2147483652" r:id="Re29f7bd4f1c54751"/>
    <p:sldLayoutId xmlns:r="http://schemas.openxmlformats.org/officeDocument/2006/relationships" id="2147483653" r:id="R77cc02cebcec4ad1"/>
    <p:sldLayoutId xmlns:r="http://schemas.openxmlformats.org/officeDocument/2006/relationships" id="2147483654" r:id="Rec330d56e6ed48b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deedbf1e58540e0" /><Relationship Type="http://schemas.openxmlformats.org/officeDocument/2006/relationships/notesSlide" Target="/ppt/notesSlides/notesSlide1.xml" Id="R2a631ff7613544f1" /><Relationship Type="http://schemas.microsoft.com/office/2018/10/relationships/comments" Target="/ppt/comments/modernComment.xml" Id="Rda0ed0c91c60480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D3683D4-ABE9-4AE8-AF3E-3D02075BA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112C43"/>
                </a:solidFill>
                <a:latin typeface="Segoe UI"/>
                <a:ea typeface="Segoe UI"/>
                <a:cs typeface="Segoe UI"/>
              </a:defRPr>
            </a:defPPr>
            <a:lvl1pPr>
              <a:defRPr sz="3450" b="1">
                <a:solidFill>
                  <a:srgbClr val="112C43"/>
                </a:solidFill>
                <a:latin typeface="Segoe UI"/>
                <a:ea typeface="Segoe UI"/>
                <a:cs typeface="Segoe UI"/>
              </a:defRPr>
            </a:lvl1pPr>
            <a:lvl2pPr>
              <a:defRPr sz="3450" b="1">
                <a:solidFill>
                  <a:srgbClr val="112C43"/>
                </a:solidFill>
                <a:latin typeface="Segoe UI"/>
                <a:ea typeface="Segoe UI"/>
                <a:cs typeface="Segoe UI"/>
              </a:defRPr>
            </a:lvl2pPr>
            <a:lvl3pPr>
              <a:defRPr sz="3450" b="1">
                <a:solidFill>
                  <a:srgbClr val="112C43"/>
                </a:solidFill>
                <a:latin typeface="Segoe UI"/>
                <a:ea typeface="Segoe UI"/>
                <a:cs typeface="Segoe UI"/>
              </a:defRPr>
            </a:lvl3pPr>
            <a:lvl4pPr>
              <a:defRPr sz="3450" b="1">
                <a:solidFill>
                  <a:srgbClr val="112C43"/>
                </a:solidFill>
                <a:latin typeface="Segoe UI"/>
                <a:ea typeface="Segoe UI"/>
                <a:cs typeface="Segoe UI"/>
              </a:defRPr>
            </a:lvl4pPr>
            <a:lvl5pPr>
              <a:defRPr sz="3450" b="1">
                <a:solidFill>
                  <a:srgbClr val="112C43"/>
                </a:solidFill>
                <a:latin typeface="Segoe UI"/>
                <a:ea typeface="Segoe UI"/>
                <a:cs typeface="Segoe UI"/>
              </a:defRPr>
            </a:lvl5pPr>
            <a:lvl6pPr>
              <a:defRPr sz="3450" b="1">
                <a:solidFill>
                  <a:srgbClr val="112C43"/>
                </a:solidFill>
                <a:latin typeface="Segoe UI"/>
                <a:ea typeface="Segoe UI"/>
                <a:cs typeface="Segoe UI"/>
              </a:defRPr>
            </a:lvl6pPr>
            <a:lvl7pPr>
              <a:defRPr sz="3450" b="1">
                <a:solidFill>
                  <a:srgbClr val="112C43"/>
                </a:solidFill>
                <a:latin typeface="Segoe UI"/>
                <a:ea typeface="Segoe UI"/>
                <a:cs typeface="Segoe UI"/>
              </a:defRPr>
            </a:lvl7pPr>
            <a:lvl8pPr>
              <a:defRPr sz="3450" b="1">
                <a:solidFill>
                  <a:srgbClr val="112C43"/>
                </a:solidFill>
                <a:latin typeface="Segoe UI"/>
                <a:ea typeface="Segoe UI"/>
                <a:cs typeface="Segoe UI"/>
              </a:defRPr>
            </a:lvl8pPr>
            <a:lvl9pPr>
              <a:defRPr sz="3450" b="1">
                <a:solidFill>
                  <a:srgbClr val="112C43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12C43"/>
                </a:solidFill>
                <a:latin typeface="Segoe UI"/>
                <a:ea typeface="Segoe UI"/>
                <a:cs typeface="Segoe UI"/>
              </a:defRPr>
            </a:pPr>
            <a:r>
              <a:rPr sz="3450" b="1">
                <a:solidFill>
                  <a:srgbClr val="112C43"/>
                </a:solidFill>
                <a:latin typeface="Segoe UI"/>
                <a:ea typeface="Segoe UI"/>
                <a:cs typeface="Segoe UI"/>
              </a:rPr>
              <a:t>AI integration for .NET engineers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7F56A5-A2A4-4A26-8E2C-6B5B8D213C92}"/>
              </a:ext>
            </a:extLst>
          </p:cNvPr>
          <p:cNvGraphicFramePr/>
          <p:nvPr/>
        </p:nvGraphicFramePr>
        <p:xfrm>
          <a:off xmlns:a="http://schemas.openxmlformats.org/drawingml/2006/main" x="685800" y="1809750"/>
          <a:ext xmlns:a="http://schemas.openxmlformats.org/drawingml/2006/main" cx="10820400" cy="2476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410200"/>
                <a:gridCol w="5410200"/>
              </a:tblGrid>
              <a:tr h="82550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12C43"/>
                          </a:solidFill>
                          <a:latin typeface="Segoe UI"/>
                          <a:ea typeface="Segoe UI"/>
                          <a:cs typeface="Segoe UI"/>
                        </a:rPr>
                        <a:t>Layer</a:t>
                      </a:r>
                    </a:p>
                  </a:txBody>
                  <a:tcPr marL="142875" marR="142875" marT="95250" marB="95250">
                    <a:solidFill>
                      <a:srgbClr val="E5ED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12C43"/>
                          </a:solidFill>
                          <a:latin typeface="Segoe UI"/>
                          <a:ea typeface="Segoe UI"/>
                          <a:cs typeface="Segoe UI"/>
                        </a:rPr>
                        <a:t>Responsibility</a:t>
                      </a:r>
                    </a:p>
                  </a:txBody>
                  <a:tcPr marL="142875" marR="142875" marT="95250" marB="95250">
                    <a:solidFill>
                      <a:srgbClr val="E5EDF1"/>
                    </a:solidFill>
                  </a:tcPr>
                </a:tc>
              </a:tr>
              <a:tr h="82550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12C43"/>
                          </a:solidFill>
                          <a:latin typeface="Segoe UI"/>
                          <a:ea typeface="Segoe UI"/>
                          <a:cs typeface="Segoe UI"/>
                        </a:rPr>
                        <a:t>Agent</a:t>
                      </a:r>
                    </a:p>
                  </a:txBody>
                  <a:tcPr marL="142875" marR="142875" marT="95250" marB="95250"/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12C43"/>
                          </a:solidFill>
                          <a:latin typeface="Segoe UI"/>
                          <a:ea typeface="Segoe UI"/>
                          <a:cs typeface="Segoe UI"/>
                        </a:rPr>
                        <a:t>Select functions</a:t>
                      </a:r>
                    </a:p>
                  </a:txBody>
                  <a:tcPr marL="142875" marR="142875" marT="95250" marB="95250"/>
                </a:tc>
              </a:tr>
              <a:tr h="82550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12C43"/>
                          </a:solidFill>
                          <a:latin typeface="Segoe UI"/>
                          <a:ea typeface="Segoe UI"/>
                          <a:cs typeface="Segoe UI"/>
                        </a:rPr>
                        <a:t>Domain</a:t>
                      </a:r>
                    </a:p>
                  </a:txBody>
                  <a:tcPr marL="142875" marR="142875" marT="95250" marB="95250"/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12C43"/>
                          </a:solidFill>
                          <a:latin typeface="Segoe UI"/>
                          <a:ea typeface="Segoe UI"/>
                          <a:cs typeface="Segoe UI"/>
                        </a:rPr>
                        <a:t>Enforce invariants</a:t>
                      </a:r>
                    </a:p>
                  </a:txBody>
                  <a:tcPr marL="142875" marR="142875" marT="95250" marB="9525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68776085"/>
      </p:ext>
    </p:extLst>
  </p:cSld>
  <p:extLst>
    <p:ext uri="{6950BFC3-D8DA-4A85-94F7-54DA5524770B}">
      <p188:commentRel xmlns:r="http://schemas.openxmlformats.org/officeDocument/2006/relationships" xmlns:p188="http://schemas.microsoft.com/office/powerpoint/2018/8/main" r:id="Rda0ed0c91c60480a"/>
    </p:ext>
  </p:extLst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2026-10-17T05:20:47.1330000Z</dcterms:created>
  <dcterms:modified xsi:type="dcterms:W3CDTF">2026-10-17T05:20:47.1330000Z</dcterms:modified>
</coreProperties>
</file>